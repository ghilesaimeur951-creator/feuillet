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7DDFE3-5564-405F-8651-4975A822F5D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06FC2F-8900-4DA1-A71B-B512D114CD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2F5DF60-DAD2-45BD-A29E-E4BDE5B2A36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360000" y="36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Présentation du projet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360000" y="1800000"/>
            <a:ext cx="720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Objectifs du trimestre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Budget prévisionnel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360000" y="36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Conclusion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360000" y="1800000"/>
            <a:ext cx="7200000" cy="18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Merci de votre attention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